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RUV KUMAR" userId="c8345891e8d7f743" providerId="LiveId" clId="{2C6CF386-04F2-48FD-8B8D-65EBBEE5B9C8}"/>
    <pc:docChg chg="modSld">
      <pc:chgData name="DHRUV KUMAR" userId="c8345891e8d7f743" providerId="LiveId" clId="{2C6CF386-04F2-48FD-8B8D-65EBBEE5B9C8}" dt="2026-07-15T10:24:22.458" v="27"/>
      <pc:docMkLst>
        <pc:docMk/>
      </pc:docMkLst>
      <pc:sldChg chg="modTransition">
        <pc:chgData name="DHRUV KUMAR" userId="c8345891e8d7f743" providerId="LiveId" clId="{2C6CF386-04F2-48FD-8B8D-65EBBEE5B9C8}" dt="2026-07-15T10:22:42.808" v="18"/>
        <pc:sldMkLst>
          <pc:docMk/>
          <pc:sldMk cId="0" sldId="256"/>
        </pc:sldMkLst>
      </pc:sldChg>
      <pc:sldChg chg="modTransition">
        <pc:chgData name="DHRUV KUMAR" userId="c8345891e8d7f743" providerId="LiveId" clId="{2C6CF386-04F2-48FD-8B8D-65EBBEE5B9C8}" dt="2026-07-15T10:22:54.407" v="19"/>
        <pc:sldMkLst>
          <pc:docMk/>
          <pc:sldMk cId="0" sldId="257"/>
        </pc:sldMkLst>
      </pc:sldChg>
      <pc:sldChg chg="modTransition">
        <pc:chgData name="DHRUV KUMAR" userId="c8345891e8d7f743" providerId="LiveId" clId="{2C6CF386-04F2-48FD-8B8D-65EBBEE5B9C8}" dt="2026-07-15T10:23:49.909" v="22"/>
        <pc:sldMkLst>
          <pc:docMk/>
          <pc:sldMk cId="0" sldId="258"/>
        </pc:sldMkLst>
      </pc:sldChg>
      <pc:sldChg chg="modTransition">
        <pc:chgData name="DHRUV KUMAR" userId="c8345891e8d7f743" providerId="LiveId" clId="{2C6CF386-04F2-48FD-8B8D-65EBBEE5B9C8}" dt="2026-07-15T10:23:59.190" v="23"/>
        <pc:sldMkLst>
          <pc:docMk/>
          <pc:sldMk cId="0" sldId="259"/>
        </pc:sldMkLst>
      </pc:sldChg>
      <pc:sldChg chg="modTransition">
        <pc:chgData name="DHRUV KUMAR" userId="c8345891e8d7f743" providerId="LiveId" clId="{2C6CF386-04F2-48FD-8B8D-65EBBEE5B9C8}" dt="2026-07-15T10:24:04.585" v="24"/>
        <pc:sldMkLst>
          <pc:docMk/>
          <pc:sldMk cId="0" sldId="260"/>
        </pc:sldMkLst>
      </pc:sldChg>
      <pc:sldChg chg="modTransition">
        <pc:chgData name="DHRUV KUMAR" userId="c8345891e8d7f743" providerId="LiveId" clId="{2C6CF386-04F2-48FD-8B8D-65EBBEE5B9C8}" dt="2026-07-15T10:24:09.940" v="25"/>
        <pc:sldMkLst>
          <pc:docMk/>
          <pc:sldMk cId="0" sldId="261"/>
        </pc:sldMkLst>
      </pc:sldChg>
      <pc:sldChg chg="modTransition">
        <pc:chgData name="DHRUV KUMAR" userId="c8345891e8d7f743" providerId="LiveId" clId="{2C6CF386-04F2-48FD-8B8D-65EBBEE5B9C8}" dt="2026-07-15T10:24:15.657" v="26"/>
        <pc:sldMkLst>
          <pc:docMk/>
          <pc:sldMk cId="0" sldId="262"/>
        </pc:sldMkLst>
      </pc:sldChg>
      <pc:sldChg chg="modTransition">
        <pc:chgData name="DHRUV KUMAR" userId="c8345891e8d7f743" providerId="LiveId" clId="{2C6CF386-04F2-48FD-8B8D-65EBBEE5B9C8}" dt="2026-07-15T10:24:22.458" v="27"/>
        <pc:sldMkLst>
          <pc:docMk/>
          <pc:sldMk cId="0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xploratory Data Analysis using Python - ActiveState">
            <a:extLst>
              <a:ext uri="{FF2B5EF4-FFF2-40B4-BE49-F238E27FC236}">
                <a16:creationId xmlns:a16="http://schemas.microsoft.com/office/drawing/2014/main" id="{05742EFF-8EE2-32C2-81A2-B387BD51E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362"/>
            <a:ext cx="9144000" cy="6861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47828" y="1842940"/>
            <a:ext cx="5189401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a Renowned Football Player</a:t>
            </a:r>
          </a:p>
          <a:p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Dhruv Kumar</a:t>
            </a:r>
            <a:endParaRPr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7829" y="659876"/>
            <a:ext cx="79797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Solid colors Images - Free Download on Freepik">
            <a:extLst>
              <a:ext uri="{FF2B5EF4-FFF2-40B4-BE49-F238E27FC236}">
                <a16:creationId xmlns:a16="http://schemas.microsoft.com/office/drawing/2014/main" id="{CA7302A3-3CEB-790D-CDB2-085AA09AF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8640"/>
            <a:ext cx="9144000" cy="630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Top Goal Scorers</a:t>
            </a:r>
          </a:p>
        </p:txBody>
      </p:sp>
      <p:pic>
        <p:nvPicPr>
          <p:cNvPr id="4" name="Picture 3" descr="creative_graph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85" y="639987"/>
            <a:ext cx="8683029" cy="42148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Rounded Rectangle 4"/>
          <p:cNvSpPr/>
          <p:nvPr/>
        </p:nvSpPr>
        <p:spPr>
          <a:xfrm>
            <a:off x="584460" y="5043341"/>
            <a:ext cx="8177753" cy="1267904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  <a:p>
            <a:endParaRPr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graph highlights the top goal scorers in international football. Players with taller bars scored more goals, showing consistency and attacking strength.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Solid colors Images - Free Download on Freepik">
            <a:extLst>
              <a:ext uri="{FF2B5EF4-FFF2-40B4-BE49-F238E27FC236}">
                <a16:creationId xmlns:a16="http://schemas.microsoft.com/office/drawing/2014/main" id="{EB12E2F5-D937-C796-1B8F-EB35B01B3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548640"/>
            <a:ext cx="9137919" cy="630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Top Shootout Winners</a:t>
            </a:r>
          </a:p>
        </p:txBody>
      </p:sp>
      <p:pic>
        <p:nvPicPr>
          <p:cNvPr id="4" name="Picture 3" descr="creative_graph_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39" y="727749"/>
            <a:ext cx="8513438" cy="40233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Rounded Rectangle 4"/>
          <p:cNvSpPr/>
          <p:nvPr/>
        </p:nvSpPr>
        <p:spPr>
          <a:xfrm>
            <a:off x="626411" y="4930218"/>
            <a:ext cx="7891177" cy="1121319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  <a:p>
            <a:endParaRPr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visualization shows teams with the highest number of penalty shootout victories. Stronger performance under pressure can be observed here.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Solid colors Images - Free Download on Freepik">
            <a:extLst>
              <a:ext uri="{FF2B5EF4-FFF2-40B4-BE49-F238E27FC236}">
                <a16:creationId xmlns:a16="http://schemas.microsoft.com/office/drawing/2014/main" id="{1FD0F2A6-F640-0F93-B8C1-0CE357230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8640"/>
            <a:ext cx="9144000" cy="630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Top Home Teams</a:t>
            </a:r>
          </a:p>
        </p:txBody>
      </p:sp>
      <p:pic>
        <p:nvPicPr>
          <p:cNvPr id="4" name="Picture 3" descr="creative_graph_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37" y="914399"/>
            <a:ext cx="8625525" cy="36218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Rounded Rectangle 4"/>
          <p:cNvSpPr/>
          <p:nvPr/>
        </p:nvSpPr>
        <p:spPr>
          <a:xfrm>
            <a:off x="457201" y="4673337"/>
            <a:ext cx="8017496" cy="1456441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  <a:p>
            <a:endParaRPr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graph displays home teams that played the maximum matches. It helps identify the most active football nations in hosting or playing games.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olid colors Images - Free Download on Freepik">
            <a:extLst>
              <a:ext uri="{FF2B5EF4-FFF2-40B4-BE49-F238E27FC236}">
                <a16:creationId xmlns:a16="http://schemas.microsoft.com/office/drawing/2014/main" id="{91644EDD-AB83-3918-A806-67E7FBD1E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8640"/>
            <a:ext cx="9153134" cy="630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Matches Per Year</a:t>
            </a:r>
          </a:p>
        </p:txBody>
      </p:sp>
      <p:pic>
        <p:nvPicPr>
          <p:cNvPr id="4" name="Picture 3" descr="creative_graph_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791851"/>
            <a:ext cx="8436047" cy="38935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Rounded Rectangle 4"/>
          <p:cNvSpPr/>
          <p:nvPr/>
        </p:nvSpPr>
        <p:spPr>
          <a:xfrm>
            <a:off x="521301" y="4826524"/>
            <a:ext cx="7942082" cy="1441358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  <a:p>
            <a:endParaRPr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yearly trend graph shows how football matches increased over time. Sudden drops may indicate global disruptions like wars or pandemics.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olid colors Images - Free Download on Freepik">
            <a:extLst>
              <a:ext uri="{FF2B5EF4-FFF2-40B4-BE49-F238E27FC236}">
                <a16:creationId xmlns:a16="http://schemas.microsoft.com/office/drawing/2014/main" id="{D6F2E207-EA12-0BBC-59EF-A8F88C8FA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8640"/>
            <a:ext cx="9138376" cy="630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Top Tournaments</a:t>
            </a:r>
          </a:p>
        </p:txBody>
      </p:sp>
      <p:pic>
        <p:nvPicPr>
          <p:cNvPr id="4" name="Picture 3" descr="creative_graph_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55" y="837210"/>
            <a:ext cx="8485865" cy="39233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Rounded Rectangle 4"/>
          <p:cNvSpPr/>
          <p:nvPr/>
        </p:nvSpPr>
        <p:spPr>
          <a:xfrm>
            <a:off x="457199" y="5111768"/>
            <a:ext cx="8092911" cy="1221713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  <a:p>
            <a:endParaRPr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chart represents the most frequently played football tournaments. Larger values indicate highly popular and recurring competitions.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olid colors Images - Free Download on Freepik">
            <a:extLst>
              <a:ext uri="{FF2B5EF4-FFF2-40B4-BE49-F238E27FC236}">
                <a16:creationId xmlns:a16="http://schemas.microsoft.com/office/drawing/2014/main" id="{56865177-458C-0114-E478-7B9982181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9044"/>
            <a:ext cx="9144000" cy="6288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Correlation Heatmap</a:t>
            </a:r>
          </a:p>
        </p:txBody>
      </p:sp>
      <p:pic>
        <p:nvPicPr>
          <p:cNvPr id="4" name="Picture 3" descr="creative_graph_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0046"/>
            <a:ext cx="4754880" cy="34379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Rounded Rectangle 4"/>
          <p:cNvSpPr/>
          <p:nvPr/>
        </p:nvSpPr>
        <p:spPr>
          <a:xfrm>
            <a:off x="5611777" y="2192651"/>
            <a:ext cx="3221138" cy="2238866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  <a:p>
            <a:endParaRPr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heatmap shows correlations between numerical features. Darker colors and values close to 1 indicate stronger positive relationships.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olid colors Images - Free Download on Freepik">
            <a:extLst>
              <a:ext uri="{FF2B5EF4-FFF2-40B4-BE49-F238E27FC236}">
                <a16:creationId xmlns:a16="http://schemas.microsoft.com/office/drawing/2014/main" id="{0BA38E50-0F2B-6708-F492-9CE0DF0C1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4271"/>
            <a:ext cx="9144000" cy="6091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41020" y="845820"/>
            <a:ext cx="24307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1020" y="1828800"/>
            <a:ext cx="767334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DCDCD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football EDA project provides meaningful insights through data visualization.</a:t>
            </a:r>
            <a:endParaRPr lang="en-US" sz="2000" dirty="0">
              <a:solidFill>
                <a:srgbClr val="DCDCD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rgbClr val="DCDCD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 dirty="0">
                <a:solidFill>
                  <a:srgbClr val="DCDCD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graphs help understand player performance, tournament popularity, team activities, and statistical relationships. </a:t>
            </a:r>
            <a:endParaRPr lang="en-US" sz="2000" dirty="0">
              <a:solidFill>
                <a:srgbClr val="DCDCD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rgbClr val="DCDCD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 dirty="0">
                <a:solidFill>
                  <a:srgbClr val="DCDCD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analysis makes complex football data easier to interpret.</a:t>
            </a:r>
            <a:endParaRPr lang="en-US" sz="2000" dirty="0">
              <a:solidFill>
                <a:srgbClr val="DCDCD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rgbClr val="DCDCD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rgbClr val="DCDCD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rgbClr val="DCDCD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rgbClr val="DCDCD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rgbClr val="DCDCD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rgbClr val="DCDCD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-Thank You</a:t>
            </a:r>
            <a:endParaRPr sz="2000" dirty="0">
              <a:solidFill>
                <a:srgbClr val="DCDCD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211</Words>
  <Application>Microsoft Office PowerPoint</Application>
  <PresentationFormat>On-screen Show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DHRUV KUMAR</cp:lastModifiedBy>
  <cp:revision>2</cp:revision>
  <dcterms:created xsi:type="dcterms:W3CDTF">2013-01-27T09:14:16Z</dcterms:created>
  <dcterms:modified xsi:type="dcterms:W3CDTF">2026-07-15T10:24:51Z</dcterms:modified>
  <cp:category/>
</cp:coreProperties>
</file>